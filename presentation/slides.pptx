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0359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IBM Bob Supply Chain Assistant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60502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Autonomous Risk Mitigation &amp; Cold-Chain Control Tower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34520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Astra-Developers — Track: AI / Open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Lead: Parth Prajapati | Members: Arman Shaikh, Parin Patel, Bhavya Patel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3398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Global Supply Chains are Blind to Disruptions &amp; Thermal Failure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923852"/>
            <a:ext cx="2002482" cy="2931418"/>
          </a:xfrm>
          <a:prstGeom prst="roundRect">
            <a:avLst>
              <a:gd name="adj" fmla="val 3469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3119" y="2095500"/>
            <a:ext cx="165919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Sudden Disruptions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3119" y="2699246"/>
            <a:ext cx="1659194" cy="198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Geopolitical conflicts (Red Sea), port strikes (Rotterdam), and canal closures (Panama) can strand hundreds of shipments within hours.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808614" y="1923852"/>
            <a:ext cx="2002482" cy="2931418"/>
          </a:xfrm>
          <a:prstGeom prst="roundRect">
            <a:avLst>
              <a:gd name="adj" fmla="val 3469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80258" y="2095500"/>
            <a:ext cx="165919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Idle Assets Unused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80258" y="2699246"/>
            <a:ext cx="1659194" cy="17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Neighboring trucks and reefers sit idle while congested nodes accumulate acute backlogs—poor visibility, poor allocation.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5753" y="1923852"/>
            <a:ext cx="2002581" cy="2931418"/>
          </a:xfrm>
          <a:prstGeom prst="roundRect">
            <a:avLst>
              <a:gd name="adj" fmla="val 3469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7398" y="2095500"/>
            <a:ext cx="165929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Severe Financial Loss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7398" y="2699246"/>
            <a:ext cx="1659293" cy="198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Estimated $50B+ pharmaceuticals lost annually to temperature breaches; a single mRNA shipment breach ≈ ₹5.78 Crore ($680K).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999930"/>
            <a:ext cx="6296860" cy="1184672"/>
          </a:xfrm>
          <a:prstGeom prst="roundRect">
            <a:avLst>
              <a:gd name="adj" fmla="val 586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119" y="5171579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Cold-Chain Blindspot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119" y="5516860"/>
            <a:ext cx="59535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Thermal degradation is typically discovered only at delivery—too late for mitigation or claims avoidance.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9615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IBM Bob Supply Chain Assistant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690787"/>
            <a:ext cx="629686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Autonomous real-time control tower combining continuous IoT surveillance with multi-agent AI copilot reasoning to prevent disruptions and protect cold-chain integrity.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258715"/>
            <a:ext cx="2018952" cy="23972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2401" y="2371626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03020" y="2861171"/>
            <a:ext cx="1679632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Disruption Impact Radar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03020" y="3403798"/>
            <a:ext cx="1679632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Spatial impact radius matching with localized ₹ INR risk scoring for fast prioritization.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2265" y="2258715"/>
            <a:ext cx="2018952" cy="23972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91305" y="2371626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541925" y="2861171"/>
            <a:ext cx="1679632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Re‑Routing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541925" y="3403798"/>
            <a:ext cx="1679632" cy="108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Multi-modal carrier trade-offs showing Cost (₹) vs ETA with probabilistic arrival confidence.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1169" y="2258715"/>
            <a:ext cx="2019051" cy="23972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30309" y="2371626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680829" y="2861171"/>
            <a:ext cx="1679731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Fleet Asset Rebalancing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680829" y="3403798"/>
            <a:ext cx="1679731" cy="108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Automated, ROI-optimized repositioning of idle trucks and reefers to preempt bottlenecks.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775895"/>
            <a:ext cx="6296860" cy="15123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91404" y="4888805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403020" y="5378351"/>
            <a:ext cx="595754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Cold-Chain Safeguard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403020" y="5685631"/>
            <a:ext cx="595754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Continuous IoT time-series analysis, USP &lt;1150&gt; MKT computations, and WHO GDP thermal compliance checks.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High-Performance Multi-Agent System Architecture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909538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763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Engines → LLM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0034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FastAPI Backend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5352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React 19 Frontend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5919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Operator Browser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84569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Highlights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475" y="7040563"/>
            <a:ext cx="5319083" cy="486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Frontend: React 19 + Vite, Glassmorphism, Lucide icons — low-latency operator UX.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Backend: FastAPI on Python 3.13, Pydantic in-memory models — &lt;10ms decision latencies for core services.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Engine: Groq Llama 3.3 70B (800+ tokens/sec) with Gemini 2.0 Flash fallback for edge cases and rate-limit resilience.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487" y="5664002"/>
            <a:ext cx="5319083" cy="3014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2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Proactive Risk Mitigation — Control Tower Demo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52105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1710333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Features in Action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766251" y="2194620"/>
            <a:ext cx="5770220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Operations Tab: Real-time spatial disruption epicenter mapping and cargo value‑at‑risk shown in ₹ (Lakhs → Crores).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Cold-Chain Thermal Safeguard: 24h IoT graphs, MKT (USP &lt;1150&gt;) calculations, automatic GDP status flags (WHO/FDA).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One‑Click Copilot Actions: Interactive chat controls — APPLY_REROUTE and EXECUTE_FLEET_REDEPLOYMENT with pre-flight ROI estimates.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766251" y="4656336"/>
            <a:ext cx="5770220" cy="1341834"/>
          </a:xfrm>
          <a:prstGeom prst="roundRect">
            <a:avLst>
              <a:gd name="adj" fmla="val 5916"/>
            </a:avLst>
          </a:prstGeom>
          <a:solidFill>
            <a:srgbClr val="E2E3E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258" y="494307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0499" y="4873625"/>
            <a:ext cx="49669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Demo-ready flows designed for judges: simulate a port strike and show automated re-route + fleet redeploy in under 10s.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6596"/>
            <a:ext cx="6296860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Agentic Workflow &amp; Autonomous Decision Support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21037"/>
            <a:ext cx="435559" cy="4355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7749" y="2421037"/>
            <a:ext cx="5660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Multi-Agent Orchestration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297749" y="2789535"/>
            <a:ext cx="566058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IBM Bob uses agentic workflow patterns to delegate discrete tasks (detection, scoring, action planning) for zero-shot decision execution.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46388"/>
            <a:ext cx="435559" cy="4355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97749" y="3646388"/>
            <a:ext cx="5660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Context Injection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297749" y="4014887"/>
            <a:ext cx="566058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operational payloads (telemetry, routing, contracts) are injected into Llama 3.3 prompts to produce grounded, audit-friendly recommendations.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39531"/>
            <a:ext cx="435559" cy="435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97749" y="5139531"/>
            <a:ext cx="5660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Graceful Fallback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297749" y="5508030"/>
            <a:ext cx="566058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When offline or rate-limited, IBM Bob falls back to deterministic, domain-specific rule engines ensuring safety and regulatory compliance.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6602"/>
            <a:ext cx="6296860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Quantifiable Value &amp; ROI Metrics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61475" y="1184970"/>
            <a:ext cx="62968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&lt;3s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731566"/>
            <a:ext cx="629686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Response Speed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1981200"/>
            <a:ext cx="6296860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Disruption triage time reduced from 8 hours to under 3 seconds for automated prioritization and suggested actions.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1475" y="2555081"/>
            <a:ext cx="62968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₹5.78 Cr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61475" y="3101677"/>
            <a:ext cx="629686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Prevented Loss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1475" y="3351312"/>
            <a:ext cx="6296860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Potential savings per cold-chain shipment—preventing single-shipment losses that previously cost ~₹5.78 Crore (~$680K).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1475" y="3925193"/>
            <a:ext cx="62968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35%+</a:t>
            </a:r>
            <a:endParaRPr lang="en-US" sz="3250" dirty="0"/>
          </a:p>
        </p:txBody>
      </p:sp>
      <p:sp>
        <p:nvSpPr>
          <p:cNvPr id="11" name="Text 8"/>
          <p:cNvSpPr/>
          <p:nvPr/>
        </p:nvSpPr>
        <p:spPr>
          <a:xfrm>
            <a:off x="661475" y="4471789"/>
            <a:ext cx="629686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Fleet Efficiency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4721423"/>
            <a:ext cx="6296860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 in idle truck utilization across regional hubs through automated rebalancing and predictive positioning.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1475" y="5295305"/>
            <a:ext cx="62968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100%</a:t>
            </a:r>
            <a:endParaRPr lang="en-US" sz="3250" dirty="0"/>
          </a:p>
        </p:txBody>
      </p:sp>
      <p:sp>
        <p:nvSpPr>
          <p:cNvPr id="14" name="Text 11"/>
          <p:cNvSpPr/>
          <p:nvPr/>
        </p:nvSpPr>
        <p:spPr>
          <a:xfrm>
            <a:off x="661475" y="5841901"/>
            <a:ext cx="629686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1475" y="6091535"/>
            <a:ext cx="629686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Thermal audit compliance target: 100% WHO/FDA GDP alignment for tracked cold-chain flows.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Team Astra-Developers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33613"/>
            <a:ext cx="2937794" cy="1664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6776" y="1594842"/>
            <a:ext cx="74696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Parth Prajapati — Team Lead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066776" y="2079129"/>
            <a:ext cx="80792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Architecture, full‑stack AI integration, system design and verification.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066776" y="2570559"/>
            <a:ext cx="74696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Arman Shaikh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066776" y="3054846"/>
            <a:ext cx="80792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 services, FastAPI development, low-latency data pipelines.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66776" y="3546277"/>
            <a:ext cx="74696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Parin Patel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66776" y="4030563"/>
            <a:ext cx="80792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UI, telemetry visualization, operator UX for control tower workflows.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066776" y="4521994"/>
            <a:ext cx="74696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Bhavya Patel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66776" y="5006280"/>
            <a:ext cx="80792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Fleet rebalancing algorithms, optimization models, data modeling.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066776" y="5568553"/>
            <a:ext cx="7469695" cy="25400"/>
          </a:xfrm>
          <a:prstGeom prst="roundRect">
            <a:avLst>
              <a:gd name="adj" fmla="val 49999"/>
            </a:avLst>
          </a:prstGeom>
          <a:solidFill>
            <a:srgbClr val="5B5F71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761983" y="5853807"/>
            <a:ext cx="80792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82F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“Building autonomous AI solutions for resilient global supply chains.”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2026-09-15T17:29:26Z</dcterms:created>
  <dcterms:modified xsi:type="dcterms:W3CDTF">2026-09-15T17:29:26Z</dcterms:modified>
</cp:coreProperties>
</file>